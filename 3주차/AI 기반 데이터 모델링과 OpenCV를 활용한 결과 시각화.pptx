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0"/>
            <a:ext cx="4762500" cy="3810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00500"/>
            <a:ext cx="2857500" cy="3810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76250"/>
            <a:ext cx="2857500" cy="2857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143000"/>
            <a:ext cx="8534400" cy="4572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800" y="287655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101" y="34290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0026" y="358140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1051" y="34290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1551" y="35814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4002" y="34290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0214" y="3581400"/>
            <a:ext cx="257175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7188" y="4800600"/>
            <a:ext cx="828675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8263" y="4800600"/>
            <a:ext cx="742950" cy="304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43613" y="4800600"/>
            <a:ext cx="74295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8963" y="4800600"/>
            <a:ext cx="1085850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25150" y="6362700"/>
            <a:ext cx="13335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2590800" y="1752600"/>
            <a:ext cx="7010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기반 데이터 모델링과 OpenCV를 활용한 결과 시각화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3352800" y="2743200"/>
            <a:ext cx="6126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 기반 YOLOv8 모델 학습 및 OpenCV 시각화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2997101" y="415290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저장소 관리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5552926" y="415290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 학습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7794427" y="41529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OpenCV 시각화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4281488" y="4800600"/>
            <a:ext cx="9944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5262563" y="4800600"/>
            <a:ext cx="891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6157913" y="4800600"/>
            <a:ext cx="891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7053263" y="4800600"/>
            <a:ext cx="1303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10934700" y="63246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2025-10-25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0"/>
            <a:ext cx="4762500" cy="3810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00500"/>
            <a:ext cx="2857500" cy="3810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76250"/>
            <a:ext cx="2857500" cy="2857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0010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066800"/>
            <a:ext cx="5334000" cy="1943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2954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14097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162300"/>
            <a:ext cx="5334000" cy="1257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3909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35052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3886200"/>
            <a:ext cx="828675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43075" y="3886200"/>
            <a:ext cx="1171575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90850" y="3886200"/>
            <a:ext cx="742950" cy="304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0" y="3886200"/>
            <a:ext cx="108585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1066800"/>
            <a:ext cx="5334000" cy="1790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12954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1775" y="1409700"/>
            <a:ext cx="17145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18288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21336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24384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48400" y="3009900"/>
            <a:ext cx="5334000" cy="2057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323850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10350" y="3352800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4048125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4667250"/>
            <a:ext cx="114300" cy="1143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68000" y="6534150"/>
            <a:ext cx="133350" cy="1524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609600" y="381000"/>
            <a:ext cx="1097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프로젝트 개요 및 목표</a:t>
            </a:r>
            <a:endParaRPr lang="en-US" sz="2250" dirty="0"/>
          </a:p>
        </p:txBody>
      </p:sp>
      <p:sp>
        <p:nvSpPr>
          <p:cNvPr id="30" name="Text 1"/>
          <p:cNvSpPr/>
          <p:nvPr/>
        </p:nvSpPr>
        <p:spPr>
          <a:xfrm>
            <a:off x="1333500" y="1352550"/>
            <a:ext cx="1303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838200" y="17907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데이터 모델링과 OpenCV를 활용한 결과 시각화 시스템 구축</a:t>
            </a:r>
            <a:endParaRPr lang="en-US" sz="1200" dirty="0"/>
          </a:p>
        </p:txBody>
      </p:sp>
      <p:sp>
        <p:nvSpPr>
          <p:cNvPr id="32" name="Text 3"/>
          <p:cNvSpPr/>
          <p:nvPr/>
        </p:nvSpPr>
        <p:spPr>
          <a:xfrm>
            <a:off x="866775" y="209550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 기반 YOLOv8 객체 탐지 모델 학습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866775" y="232410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OpenCV를 활용한 실시간 객체 탐지 및 패턴 분석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866775" y="255270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Matplotlib을 통한 결과 시각화 및 성능 분석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1333500" y="3448050"/>
            <a:ext cx="891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36" name="Text 7"/>
          <p:cNvSpPr/>
          <p:nvPr/>
        </p:nvSpPr>
        <p:spPr>
          <a:xfrm>
            <a:off x="952500" y="3886200"/>
            <a:ext cx="9944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</a:t>
            </a:r>
            <a:endParaRPr lang="en-US" sz="1200" dirty="0"/>
          </a:p>
        </p:txBody>
      </p:sp>
      <p:sp>
        <p:nvSpPr>
          <p:cNvPr id="37" name="Text 8"/>
          <p:cNvSpPr/>
          <p:nvPr/>
        </p:nvSpPr>
        <p:spPr>
          <a:xfrm>
            <a:off x="1857375" y="3886200"/>
            <a:ext cx="14058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Ultralytics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3105150" y="3886200"/>
            <a:ext cx="891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</a:t>
            </a:r>
            <a:endParaRPr lang="en-US" sz="1200" dirty="0"/>
          </a:p>
        </p:txBody>
      </p:sp>
      <p:sp>
        <p:nvSpPr>
          <p:cNvPr id="39" name="Text 10"/>
          <p:cNvSpPr/>
          <p:nvPr/>
        </p:nvSpPr>
        <p:spPr>
          <a:xfrm>
            <a:off x="3924300" y="3886200"/>
            <a:ext cx="1303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40" name="Text 11"/>
          <p:cNvSpPr/>
          <p:nvPr/>
        </p:nvSpPr>
        <p:spPr>
          <a:xfrm>
            <a:off x="6972300" y="1352550"/>
            <a:ext cx="891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41" name="Text 12"/>
          <p:cNvSpPr/>
          <p:nvPr/>
        </p:nvSpPr>
        <p:spPr>
          <a:xfrm>
            <a:off x="6705600" y="17907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 기반 YOLOv8 모델 학습 및 성능 평가</a:t>
            </a:r>
            <a:endParaRPr lang="en-US" sz="1200" dirty="0"/>
          </a:p>
        </p:txBody>
      </p:sp>
      <p:sp>
        <p:nvSpPr>
          <p:cNvPr id="42" name="Text 13"/>
          <p:cNvSpPr/>
          <p:nvPr/>
        </p:nvSpPr>
        <p:spPr>
          <a:xfrm>
            <a:off x="6705600" y="20955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OpenCV를 활용한 실시간 객체 탐지 및 패턴 분석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6705600" y="2400300"/>
            <a:ext cx="4126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Matplotlib을 통한 결과 시각화 및 성능 분석 대시보드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6972300" y="3295650"/>
            <a:ext cx="2240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저장소 및 기대 효과</a:t>
            </a:r>
            <a:endParaRPr lang="en-US" sz="1500" dirty="0"/>
          </a:p>
        </p:txBody>
      </p:sp>
      <p:sp>
        <p:nvSpPr>
          <p:cNvPr id="45" name="Text 16"/>
          <p:cNvSpPr/>
          <p:nvPr/>
        </p:nvSpPr>
        <p:spPr>
          <a:xfrm>
            <a:off x="6477000" y="37338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저장소: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6667500" y="40005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github.com/heotaewoong/ai_vision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6477000" y="43434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효과: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6667500" y="4610100"/>
            <a:ext cx="4183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person, car, dog 객체에 대해 100% 탐지 정확도 달성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609600" y="6515100"/>
            <a:ext cx="8343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2 of 4</a:t>
            </a:r>
            <a:endParaRPr lang="en-US" sz="1050" dirty="0"/>
          </a:p>
        </p:txBody>
      </p:sp>
      <p:sp>
        <p:nvSpPr>
          <p:cNvPr id="50" name="Text 21"/>
          <p:cNvSpPr/>
          <p:nvPr/>
        </p:nvSpPr>
        <p:spPr>
          <a:xfrm>
            <a:off x="10877550" y="6515100"/>
            <a:ext cx="845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2025-10-25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866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0"/>
            <a:ext cx="4762500" cy="3810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29125"/>
            <a:ext cx="2857500" cy="3810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76250"/>
            <a:ext cx="2857500" cy="2857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0010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990600"/>
            <a:ext cx="5410200" cy="1638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1430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1257300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638300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1866900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095500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232410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2781300"/>
            <a:ext cx="5410200" cy="2133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29337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" y="30480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3390900"/>
            <a:ext cx="2495550" cy="8001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71850" y="3390900"/>
            <a:ext cx="2495550" cy="8001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92113" y="4610100"/>
            <a:ext cx="114300" cy="1143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04964" y="4610100"/>
            <a:ext cx="114300" cy="1143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46414" y="4610100"/>
            <a:ext cx="114300" cy="1143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2200" y="990600"/>
            <a:ext cx="5410200" cy="28575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11430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38900" y="12573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1600200"/>
            <a:ext cx="5105400" cy="20955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72200" y="4000500"/>
            <a:ext cx="5410200" cy="27813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24600" y="4152900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29375" y="4267200"/>
            <a:ext cx="171450" cy="1524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4600" y="4610100"/>
            <a:ext cx="5105400" cy="20193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68000" y="6962775"/>
            <a:ext cx="133350" cy="152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09600" y="381000"/>
            <a:ext cx="1097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모델 학습 및 성능 분석</a:t>
            </a:r>
            <a:endParaRPr lang="en-US" sz="2250" dirty="0"/>
          </a:p>
        </p:txBody>
      </p:sp>
      <p:sp>
        <p:nvSpPr>
          <p:cNvPr id="32" name="Text 1"/>
          <p:cNvSpPr/>
          <p:nvPr/>
        </p:nvSpPr>
        <p:spPr>
          <a:xfrm>
            <a:off x="1257300" y="1200150"/>
            <a:ext cx="891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과정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971550" y="1600200"/>
            <a:ext cx="2240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 기반 YOLOv8 모델 학습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971550" y="1828800"/>
            <a:ext cx="18059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640x640 이미지 크기 사용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971550" y="2057400"/>
            <a:ext cx="14744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증강 기법 적용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971550" y="2286000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가속 학습 환경</a:t>
            </a:r>
            <a:endParaRPr lang="en-US" sz="1050" dirty="0"/>
          </a:p>
        </p:txBody>
      </p:sp>
      <p:sp>
        <p:nvSpPr>
          <p:cNvPr id="37" name="Text 6"/>
          <p:cNvSpPr/>
          <p:nvPr/>
        </p:nvSpPr>
        <p:spPr>
          <a:xfrm>
            <a:off x="1257300" y="299085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성능 지표</a:t>
            </a:r>
            <a:endParaRPr lang="en-US" sz="1500" dirty="0"/>
          </a:p>
        </p:txBody>
      </p:sp>
      <p:sp>
        <p:nvSpPr>
          <p:cNvPr id="38" name="Text 7"/>
          <p:cNvSpPr/>
          <p:nvPr/>
        </p:nvSpPr>
        <p:spPr>
          <a:xfrm>
            <a:off x="1535430" y="3467100"/>
            <a:ext cx="9486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2250" dirty="0"/>
          </a:p>
        </p:txBody>
      </p:sp>
      <p:sp>
        <p:nvSpPr>
          <p:cNvPr id="39" name="Text 8"/>
          <p:cNvSpPr/>
          <p:nvPr/>
        </p:nvSpPr>
        <p:spPr>
          <a:xfrm>
            <a:off x="876300" y="3886200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정확도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4088130" y="3467100"/>
            <a:ext cx="10629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90.6%</a:t>
            </a:r>
            <a:endParaRPr lang="en-US" sz="2250" dirty="0"/>
          </a:p>
        </p:txBody>
      </p:sp>
      <p:sp>
        <p:nvSpPr>
          <p:cNvPr id="41" name="Text 10"/>
          <p:cNvSpPr/>
          <p:nvPr/>
        </p:nvSpPr>
        <p:spPr>
          <a:xfrm>
            <a:off x="3486150" y="3886200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신뢰도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762000" y="4305300"/>
            <a:ext cx="510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클래스별 분포</a:t>
            </a:r>
            <a:endParaRPr lang="en-US" sz="1050" dirty="0"/>
          </a:p>
        </p:txBody>
      </p:sp>
      <p:sp>
        <p:nvSpPr>
          <p:cNvPr id="43" name="Text 12"/>
          <p:cNvSpPr/>
          <p:nvPr/>
        </p:nvSpPr>
        <p:spPr>
          <a:xfrm>
            <a:off x="1382613" y="4572000"/>
            <a:ext cx="6743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Car: 40%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2995464" y="4572000"/>
            <a:ext cx="9486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Person: 20%</a:t>
            </a:r>
            <a:endParaRPr lang="en-US" sz="1050" dirty="0"/>
          </a:p>
        </p:txBody>
      </p:sp>
      <p:sp>
        <p:nvSpPr>
          <p:cNvPr id="45" name="Text 14"/>
          <p:cNvSpPr/>
          <p:nvPr/>
        </p:nvSpPr>
        <p:spPr>
          <a:xfrm>
            <a:off x="4836914" y="4572000"/>
            <a:ext cx="720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Dog: 40%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6819900" y="1200150"/>
            <a:ext cx="891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곡선</a:t>
            </a:r>
            <a:endParaRPr lang="en-US" sz="1500" dirty="0"/>
          </a:p>
        </p:txBody>
      </p:sp>
      <p:sp>
        <p:nvSpPr>
          <p:cNvPr id="47" name="Text 16"/>
          <p:cNvSpPr/>
          <p:nvPr/>
        </p:nvSpPr>
        <p:spPr>
          <a:xfrm>
            <a:off x="6819900" y="4210050"/>
            <a:ext cx="1783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클래스별 성능 분석</a:t>
            </a:r>
            <a:endParaRPr lang="en-US" sz="1500" dirty="0"/>
          </a:p>
        </p:txBody>
      </p:sp>
      <p:sp>
        <p:nvSpPr>
          <p:cNvPr id="48" name="Text 17"/>
          <p:cNvSpPr/>
          <p:nvPr/>
        </p:nvSpPr>
        <p:spPr>
          <a:xfrm>
            <a:off x="609600" y="6943725"/>
            <a:ext cx="8343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3 of 4</a:t>
            </a: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10877550" y="6943725"/>
            <a:ext cx="845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2025-10-25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84010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0"/>
            <a:ext cx="4762500" cy="3810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3550"/>
            <a:ext cx="2857500" cy="3810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76250"/>
            <a:ext cx="2857500" cy="2857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0010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066800"/>
            <a:ext cx="5334000" cy="1790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2954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14097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8288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21336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24384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009900"/>
            <a:ext cx="5334000" cy="2095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32385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500" y="33528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37719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" y="40767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" y="43815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" y="46863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8400" y="1066800"/>
            <a:ext cx="5334000" cy="36576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12954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81775" y="140970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86650" y="1790700"/>
            <a:ext cx="2857500" cy="1143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3124200"/>
            <a:ext cx="4876800" cy="3429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3467100"/>
            <a:ext cx="4876800" cy="3429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3810000"/>
            <a:ext cx="4876800" cy="3429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48400" y="4876800"/>
            <a:ext cx="5334000" cy="285363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77000" y="5105400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91300" y="52197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19963" y="5600700"/>
            <a:ext cx="3190875" cy="190113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68000" y="8077200"/>
            <a:ext cx="13335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609600" y="381000"/>
            <a:ext cx="1097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OpenCV 결과 시각화 및 분석</a:t>
            </a:r>
            <a:endParaRPr lang="en-US" sz="2250" dirty="0"/>
          </a:p>
        </p:txBody>
      </p:sp>
      <p:sp>
        <p:nvSpPr>
          <p:cNvPr id="33" name="Text 1"/>
          <p:cNvSpPr/>
          <p:nvPr/>
        </p:nvSpPr>
        <p:spPr>
          <a:xfrm>
            <a:off x="1333500" y="135255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 탐지 성능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1066800" y="1790700"/>
            <a:ext cx="417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5개의 객체(person, car, dog)가 성공적으로 탐지됨</a:t>
            </a:r>
            <a:endParaRPr lang="en-US" sz="1200" dirty="0"/>
          </a:p>
        </p:txBody>
      </p:sp>
      <p:sp>
        <p:nvSpPr>
          <p:cNvPr id="35" name="Text 3"/>
          <p:cNvSpPr/>
          <p:nvPr/>
        </p:nvSpPr>
        <p:spPr>
          <a:xfrm>
            <a:off x="1066800" y="2095500"/>
            <a:ext cx="2091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신뢰도: 0.906(90.6%)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1066800" y="2400300"/>
            <a:ext cx="1988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100%의 탐지 정확도 달성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1333500" y="3295650"/>
            <a:ext cx="1097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 기법</a:t>
            </a:r>
            <a:endParaRPr lang="en-US" sz="1500" dirty="0"/>
          </a:p>
        </p:txBody>
      </p:sp>
      <p:sp>
        <p:nvSpPr>
          <p:cNvPr id="38" name="Text 6"/>
          <p:cNvSpPr/>
          <p:nvPr/>
        </p:nvSpPr>
        <p:spPr>
          <a:xfrm>
            <a:off x="1066800" y="3733800"/>
            <a:ext cx="4309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바운딩 박스 그리기: 탐지된 객체 주변에 시각적으로 표시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1066800" y="4038600"/>
            <a:ext cx="4091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클래스별 색상 구분: person, car, dog 각각 다른 색상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1066800" y="43434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신뢰도 기반 필터링: 특정 임계값(person, car, dog만)으로 필터</a:t>
            </a:r>
            <a:endParaRPr lang="en-US" sz="1200" dirty="0"/>
          </a:p>
        </p:txBody>
      </p:sp>
      <p:sp>
        <p:nvSpPr>
          <p:cNvPr id="41" name="Text 9"/>
          <p:cNvSpPr/>
          <p:nvPr/>
        </p:nvSpPr>
        <p:spPr>
          <a:xfrm>
            <a:off x="1066800" y="464820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시간: 이미지당 평균 0.1초의 빠른 처리 속도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6972300" y="1352550"/>
            <a:ext cx="1783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클래스별 탐지 결과</a:t>
            </a:r>
            <a:endParaRPr lang="en-US" sz="1500" dirty="0"/>
          </a:p>
        </p:txBody>
      </p:sp>
      <p:sp>
        <p:nvSpPr>
          <p:cNvPr id="43" name="Text 11"/>
          <p:cNvSpPr/>
          <p:nvPr/>
        </p:nvSpPr>
        <p:spPr>
          <a:xfrm>
            <a:off x="6591300" y="3124200"/>
            <a:ext cx="15876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8064698" y="3124200"/>
            <a:ext cx="18145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개수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9879211" y="3124200"/>
            <a:ext cx="1474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6591300" y="3467100"/>
            <a:ext cx="15876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</a:t>
            </a:r>
            <a:endParaRPr lang="en-US" sz="1050" dirty="0"/>
          </a:p>
        </p:txBody>
      </p:sp>
      <p:sp>
        <p:nvSpPr>
          <p:cNvPr id="47" name="Text 15"/>
          <p:cNvSpPr/>
          <p:nvPr/>
        </p:nvSpPr>
        <p:spPr>
          <a:xfrm>
            <a:off x="8064698" y="3467100"/>
            <a:ext cx="18145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2개</a:t>
            </a:r>
            <a:endParaRPr lang="en-US" sz="1050" dirty="0"/>
          </a:p>
        </p:txBody>
      </p:sp>
      <p:sp>
        <p:nvSpPr>
          <p:cNvPr id="48" name="Text 16"/>
          <p:cNvSpPr/>
          <p:nvPr/>
        </p:nvSpPr>
        <p:spPr>
          <a:xfrm>
            <a:off x="9879211" y="3467100"/>
            <a:ext cx="1474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40.0%</a:t>
            </a:r>
            <a:endParaRPr lang="en-US" sz="1050" dirty="0"/>
          </a:p>
        </p:txBody>
      </p:sp>
      <p:sp>
        <p:nvSpPr>
          <p:cNvPr id="49" name="Text 17"/>
          <p:cNvSpPr/>
          <p:nvPr/>
        </p:nvSpPr>
        <p:spPr>
          <a:xfrm>
            <a:off x="6591300" y="3810000"/>
            <a:ext cx="15876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Person</a:t>
            </a:r>
            <a:endParaRPr lang="en-US" sz="1050" dirty="0"/>
          </a:p>
        </p:txBody>
      </p:sp>
      <p:sp>
        <p:nvSpPr>
          <p:cNvPr id="50" name="Text 18"/>
          <p:cNvSpPr/>
          <p:nvPr/>
        </p:nvSpPr>
        <p:spPr>
          <a:xfrm>
            <a:off x="8064698" y="3810000"/>
            <a:ext cx="18145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</a:t>
            </a:r>
            <a:endParaRPr lang="en-US" sz="1050" dirty="0"/>
          </a:p>
        </p:txBody>
      </p:sp>
      <p:sp>
        <p:nvSpPr>
          <p:cNvPr id="51" name="Text 19"/>
          <p:cNvSpPr/>
          <p:nvPr/>
        </p:nvSpPr>
        <p:spPr>
          <a:xfrm>
            <a:off x="9879211" y="3810000"/>
            <a:ext cx="1474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20.0%</a:t>
            </a:r>
            <a:endParaRPr lang="en-US" sz="1050" dirty="0"/>
          </a:p>
        </p:txBody>
      </p:sp>
      <p:sp>
        <p:nvSpPr>
          <p:cNvPr id="52" name="Text 20"/>
          <p:cNvSpPr/>
          <p:nvPr/>
        </p:nvSpPr>
        <p:spPr>
          <a:xfrm>
            <a:off x="6591300" y="4152900"/>
            <a:ext cx="15876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Dog</a:t>
            </a:r>
            <a:endParaRPr lang="en-US" sz="1050" dirty="0"/>
          </a:p>
        </p:txBody>
      </p:sp>
      <p:sp>
        <p:nvSpPr>
          <p:cNvPr id="53" name="Text 21"/>
          <p:cNvSpPr/>
          <p:nvPr/>
        </p:nvSpPr>
        <p:spPr>
          <a:xfrm>
            <a:off x="8064698" y="4152900"/>
            <a:ext cx="18145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2개</a:t>
            </a:r>
            <a:endParaRPr lang="en-US" sz="1050" dirty="0"/>
          </a:p>
        </p:txBody>
      </p:sp>
      <p:sp>
        <p:nvSpPr>
          <p:cNvPr id="54" name="Text 22"/>
          <p:cNvSpPr/>
          <p:nvPr/>
        </p:nvSpPr>
        <p:spPr>
          <a:xfrm>
            <a:off x="9879211" y="4152900"/>
            <a:ext cx="1474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40.0%</a:t>
            </a:r>
            <a:endParaRPr lang="en-US" sz="1050" dirty="0"/>
          </a:p>
        </p:txBody>
      </p:sp>
      <p:sp>
        <p:nvSpPr>
          <p:cNvPr id="55" name="Text 23"/>
          <p:cNvSpPr/>
          <p:nvPr/>
        </p:nvSpPr>
        <p:spPr>
          <a:xfrm>
            <a:off x="6972300" y="516255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OpenCV 시각화 예시</a:t>
            </a:r>
            <a:endParaRPr lang="en-US" sz="1500" dirty="0"/>
          </a:p>
        </p:txBody>
      </p:sp>
      <p:sp>
        <p:nvSpPr>
          <p:cNvPr id="56" name="Text 24"/>
          <p:cNvSpPr/>
          <p:nvPr/>
        </p:nvSpPr>
        <p:spPr>
          <a:xfrm>
            <a:off x="609600" y="8058150"/>
            <a:ext cx="8343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4 of 4</a:t>
            </a:r>
            <a:endParaRPr lang="en-US" sz="1050" dirty="0"/>
          </a:p>
        </p:txBody>
      </p:sp>
      <p:sp>
        <p:nvSpPr>
          <p:cNvPr id="57" name="Text 25"/>
          <p:cNvSpPr/>
          <p:nvPr/>
        </p:nvSpPr>
        <p:spPr>
          <a:xfrm>
            <a:off x="10877550" y="8058150"/>
            <a:ext cx="845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2025-10-25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2025-10-25T14:57:56Z</dcterms:created>
  <dcterms:modified xsi:type="dcterms:W3CDTF">2025-10-25T14:57:56Z</dcterms:modified>
</cp:coreProperties>
</file>