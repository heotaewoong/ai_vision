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374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1.png"/><Relationship Id="rId3" Type="http://schemas.openxmlformats.org/officeDocument/2006/relationships/image" Target="../media/image13.png"/><Relationship Id="rId21" Type="http://schemas.openxmlformats.org/officeDocument/2006/relationships/image" Target="../media/image54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2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13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14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76750"/>
            <a:ext cx="238125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9250" y="1619250"/>
            <a:ext cx="9144000" cy="3505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1988" y="2952750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5613" y="2952750"/>
            <a:ext cx="9144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8637" y="4540437"/>
            <a:ext cx="215526" cy="21552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3437" y="4540437"/>
            <a:ext cx="215526" cy="21552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8237" y="4540437"/>
            <a:ext cx="215526" cy="21552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3037" y="4540437"/>
            <a:ext cx="215526" cy="21552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7837" y="4540437"/>
            <a:ext cx="215526" cy="21552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066800" y="213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2D → 3D 변환 실습 및 Unit Test 구성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5538788" y="2819400"/>
            <a:ext cx="13373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보고서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1981200" y="3733800"/>
            <a:ext cx="156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8524875" y="373380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Python, OpenCV, NumPy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2F5C9-DECF-2848-3EBE-8B9B2084F585}"/>
              </a:ext>
            </a:extLst>
          </p:cNvPr>
          <p:cNvSpPr txBox="1"/>
          <p:nvPr/>
        </p:nvSpPr>
        <p:spPr>
          <a:xfrm>
            <a:off x="3048657" y="3480817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https://github.com/heotaewoong/ai_vision.git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6800"/>
            <a:ext cx="3657600" cy="5410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138" y="1314450"/>
            <a:ext cx="190500" cy="266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52600"/>
            <a:ext cx="419100" cy="49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8669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514600"/>
            <a:ext cx="41910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6289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276600"/>
            <a:ext cx="466725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39090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066800"/>
            <a:ext cx="3657600" cy="5410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0338" y="13144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2552700"/>
            <a:ext cx="428625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266700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2552700"/>
            <a:ext cx="4572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26670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5800" y="4876800"/>
            <a:ext cx="40005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0100" y="4991100"/>
            <a:ext cx="1714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2200" y="4876800"/>
            <a:ext cx="447675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4991100"/>
            <a:ext cx="21907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066800"/>
            <a:ext cx="3657600" cy="5410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77475" y="1314450"/>
            <a:ext cx="1428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0" y="1752600"/>
            <a:ext cx="409575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96300" y="1866900"/>
            <a:ext cx="18097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0" y="2400300"/>
            <a:ext cx="371475" cy="495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96300" y="2514600"/>
            <a:ext cx="142875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82000" y="3048000"/>
            <a:ext cx="447675" cy="495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96300" y="3162300"/>
            <a:ext cx="219075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82000" y="3790950"/>
            <a:ext cx="228600" cy="2286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과제 개요 및 목표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1510665" y="1295400"/>
            <a:ext cx="11315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과제 목표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1181100" y="1752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→ 3D 변환 알고리즘 구현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1181100" y="1981200"/>
            <a:ext cx="2628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이미지를 3D 포인트 클라우드로 변환하는 알고리즘 개발</a:t>
            </a:r>
            <a:endParaRPr lang="en-US" sz="1050" dirty="0"/>
          </a:p>
        </p:txBody>
      </p:sp>
      <p:sp>
        <p:nvSpPr>
          <p:cNvPr id="34" name="Text 4"/>
          <p:cNvSpPr/>
          <p:nvPr/>
        </p:nvSpPr>
        <p:spPr>
          <a:xfrm>
            <a:off x="1181100" y="2514600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 Test 작성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1181100" y="2743200"/>
            <a:ext cx="2628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코드의 정확성과 안정성을 검증하는 테스트 케이스 개발</a:t>
            </a:r>
            <a:endParaRPr lang="en-US" sz="1050" dirty="0"/>
          </a:p>
        </p:txBody>
      </p:sp>
      <p:sp>
        <p:nvSpPr>
          <p:cNvPr id="36" name="Text 6"/>
          <p:cNvSpPr/>
          <p:nvPr/>
        </p:nvSpPr>
        <p:spPr>
          <a:xfrm>
            <a:off x="1228725" y="32766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습득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228725" y="3505200"/>
            <a:ext cx="2581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 비전 기본 알고리즘 구현 및 AR/VR, 자율주행 등 활용 가능 기술 습득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5396865" y="1295400"/>
            <a:ext cx="11315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39" name="Text 9"/>
          <p:cNvSpPr/>
          <p:nvPr/>
        </p:nvSpPr>
        <p:spPr>
          <a:xfrm>
            <a:off x="5038725" y="2552700"/>
            <a:ext cx="1177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5038725" y="2781300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프로그래밍 언어</a:t>
            </a:r>
            <a:endParaRPr lang="en-US" sz="900" dirty="0"/>
          </a:p>
        </p:txBody>
      </p:sp>
      <p:sp>
        <p:nvSpPr>
          <p:cNvPr id="41" name="Text 11"/>
          <p:cNvSpPr/>
          <p:nvPr/>
        </p:nvSpPr>
        <p:spPr>
          <a:xfrm>
            <a:off x="6743700" y="2552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6743700" y="27813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처리 라이브러리</a:t>
            </a:r>
            <a:endParaRPr lang="en-US" sz="900" dirty="0"/>
          </a:p>
        </p:txBody>
      </p:sp>
      <p:sp>
        <p:nvSpPr>
          <p:cNvPr id="43" name="Text 13"/>
          <p:cNvSpPr/>
          <p:nvPr/>
        </p:nvSpPr>
        <p:spPr>
          <a:xfrm>
            <a:off x="5010150" y="49530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NumPy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5010150" y="5181600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 계산 라이브러리</a:t>
            </a:r>
            <a:endParaRPr lang="en-US" sz="900" dirty="0"/>
          </a:p>
        </p:txBody>
      </p:sp>
      <p:sp>
        <p:nvSpPr>
          <p:cNvPr id="45" name="Text 15"/>
          <p:cNvSpPr/>
          <p:nvPr/>
        </p:nvSpPr>
        <p:spPr>
          <a:xfrm>
            <a:off x="6734175" y="4838700"/>
            <a:ext cx="962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6734175" y="5295900"/>
            <a:ext cx="962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환경</a:t>
            </a:r>
            <a:endParaRPr lang="en-US" sz="900" dirty="0"/>
          </a:p>
        </p:txBody>
      </p:sp>
      <p:sp>
        <p:nvSpPr>
          <p:cNvPr id="47" name="Text 17"/>
          <p:cNvSpPr/>
          <p:nvPr/>
        </p:nvSpPr>
        <p:spPr>
          <a:xfrm>
            <a:off x="9478328" y="1295400"/>
            <a:ext cx="7886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결과물</a:t>
            </a:r>
            <a:endParaRPr lang="en-US" sz="1800" dirty="0"/>
          </a:p>
        </p:txBody>
      </p:sp>
      <p:sp>
        <p:nvSpPr>
          <p:cNvPr id="48" name="Text 18"/>
          <p:cNvSpPr/>
          <p:nvPr/>
        </p:nvSpPr>
        <p:spPr>
          <a:xfrm>
            <a:off x="8943975" y="179070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저장소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8943975" y="2019300"/>
            <a:ext cx="1520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코드 및 버전 관리</a:t>
            </a:r>
            <a:endParaRPr lang="en-US" sz="1050" dirty="0"/>
          </a:p>
        </p:txBody>
      </p:sp>
      <p:sp>
        <p:nvSpPr>
          <p:cNvPr id="50" name="Text 20"/>
          <p:cNvSpPr/>
          <p:nvPr/>
        </p:nvSpPr>
        <p:spPr>
          <a:xfrm>
            <a:off x="8905875" y="24384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 Test 문서</a:t>
            </a:r>
            <a:endParaRPr lang="en-US" sz="1200" dirty="0"/>
          </a:p>
        </p:txBody>
      </p:sp>
      <p:sp>
        <p:nvSpPr>
          <p:cNvPr id="51" name="Text 21"/>
          <p:cNvSpPr/>
          <p:nvPr/>
        </p:nvSpPr>
        <p:spPr>
          <a:xfrm>
            <a:off x="8905875" y="2667000"/>
            <a:ext cx="1965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케이스 및 결과 보고서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8982075" y="30861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결과 이미지</a:t>
            </a:r>
            <a:endParaRPr lang="en-US" sz="1200" dirty="0"/>
          </a:p>
        </p:txBody>
      </p:sp>
      <p:sp>
        <p:nvSpPr>
          <p:cNvPr id="53" name="Text 23"/>
          <p:cNvSpPr/>
          <p:nvPr/>
        </p:nvSpPr>
        <p:spPr>
          <a:xfrm>
            <a:off x="8982075" y="33147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2D→3D 변환 처리 결과</a:t>
            </a:r>
            <a:endParaRPr lang="en-US" sz="1050" dirty="0"/>
          </a:p>
        </p:txBody>
      </p:sp>
      <p:sp>
        <p:nvSpPr>
          <p:cNvPr id="54" name="Text 24"/>
          <p:cNvSpPr/>
          <p:nvPr/>
        </p:nvSpPr>
        <p:spPr>
          <a:xfrm>
            <a:off x="8763000" y="369570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 요약</a:t>
            </a:r>
            <a:endParaRPr lang="en-US" sz="1200" dirty="0"/>
          </a:p>
        </p:txBody>
      </p:sp>
      <p:sp>
        <p:nvSpPr>
          <p:cNvPr id="55" name="Text 25"/>
          <p:cNvSpPr/>
          <p:nvPr/>
        </p:nvSpPr>
        <p:spPr>
          <a:xfrm>
            <a:off x="8763000" y="3924300"/>
            <a:ext cx="1817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결과 및 발견 요약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90600"/>
            <a:ext cx="3090863" cy="1257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43000"/>
            <a:ext cx="419100" cy="495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257300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263" y="1466850"/>
            <a:ext cx="1428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9537" y="990600"/>
            <a:ext cx="3090863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1938" y="1143000"/>
            <a:ext cx="419100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6238" y="12573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476500"/>
            <a:ext cx="3090863" cy="1638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2628900"/>
            <a:ext cx="447675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2743200"/>
            <a:ext cx="2190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263" y="3143250"/>
            <a:ext cx="1428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19537" y="2552700"/>
            <a:ext cx="3090863" cy="1485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71938" y="2724150"/>
            <a:ext cx="419100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86238" y="28384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4343400"/>
            <a:ext cx="6629400" cy="1562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4876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71900" y="48768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54102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71900" y="54102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0" y="990600"/>
            <a:ext cx="4572000" cy="5486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1400" y="5715000"/>
            <a:ext cx="4267200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15225" y="5867400"/>
            <a:ext cx="133350" cy="13335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2D → 3D 변환 알고리즘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1066800" y="1257300"/>
            <a:ext cx="1405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 이미지 로드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533400" y="1714500"/>
            <a:ext cx="2786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이미지 OIP.jpg (페라리 라페라리)를 로드합니다.</a:t>
            </a:r>
            <a:endParaRPr lang="en-US" sz="1050" dirty="0"/>
          </a:p>
        </p:txBody>
      </p:sp>
      <p:sp>
        <p:nvSpPr>
          <p:cNvPr id="29" name="Text 3"/>
          <p:cNvSpPr/>
          <p:nvPr/>
        </p:nvSpPr>
        <p:spPr>
          <a:xfrm>
            <a:off x="4605338" y="1257300"/>
            <a:ext cx="20916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 그레이스케일 변환</a:t>
            </a:r>
            <a:endParaRPr lang="en-US" sz="1500" dirty="0"/>
          </a:p>
        </p:txBody>
      </p:sp>
      <p:sp>
        <p:nvSpPr>
          <p:cNvPr id="30" name="Text 4"/>
          <p:cNvSpPr/>
          <p:nvPr/>
        </p:nvSpPr>
        <p:spPr>
          <a:xfrm>
            <a:off x="4071938" y="1714500"/>
            <a:ext cx="2786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로드된 컬러 이미지를 흑백으로 변환하여 각 픽셀의 밝기 정보를 추출합니다.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1095375" y="2743200"/>
            <a:ext cx="2080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 Depth Map 생성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533400" y="3200400"/>
            <a:ext cx="278606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generate_depth_map 함수를 사용하여 그레이스케일 이미지에 cv2.COLORMAP_JET 컬러맵을 적용하여 깊이 정보를 시각화한 Depth Map을 생성합니다.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4605338" y="2705100"/>
            <a:ext cx="22526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 3D 포인트 클라우드 생성</a:t>
            </a:r>
            <a:endParaRPr lang="en-US" sz="1500" dirty="0"/>
          </a:p>
        </p:txBody>
      </p:sp>
      <p:sp>
        <p:nvSpPr>
          <p:cNvPr id="34" name="Text 8"/>
          <p:cNvSpPr/>
          <p:nvPr/>
        </p:nvSpPr>
        <p:spPr>
          <a:xfrm>
            <a:off x="4071938" y="3314700"/>
            <a:ext cx="27860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create_3d_point_cloud 함수를 사용하여 이미지의 (X, Y) 좌표와 Depth Map의 밝기 값을 Z축 깊이로 활용하여 3D 좌표 (X, Y, Z)를 생성합니다.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533400" y="4495800"/>
            <a:ext cx="632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알고리즘 특징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762000" y="48387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float32 정밀도로 좌표 계산하여 데이터의 정확성을 유지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4000500" y="48387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NumPy의 meshgrid 기능을 활용하여 픽셀 위치에 대한 그리드 생성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762000" y="5372100"/>
            <a:ext cx="2446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픽셀의 밝기 값을 Z축 값으로 매핑</a:t>
            </a: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4000500" y="53721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처리: None 입력, 잘못된 이미지 형태 등 검증 로직 포함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7391400" y="114300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3D 변환 결과 예시</a:t>
            </a:r>
            <a:endParaRPr lang="en-US" sz="1350" dirty="0"/>
          </a:p>
        </p:txBody>
      </p:sp>
      <p:sp>
        <p:nvSpPr>
          <p:cNvPr id="41" name="Text 15"/>
          <p:cNvSpPr/>
          <p:nvPr/>
        </p:nvSpPr>
        <p:spPr>
          <a:xfrm>
            <a:off x="7505700" y="5829300"/>
            <a:ext cx="403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변환된 3D 포인트 클라우드는 이미지의 밝기 정보를 Z축 깊이로 활용하여 3D 좌표로 매핑됩니다.</a:t>
            </a:r>
            <a:endParaRPr lang="en-US" sz="105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23DEE5F4-D3D0-6712-6D6C-A15B0A2564C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67575" y="2099441"/>
            <a:ext cx="451485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6800"/>
            <a:ext cx="3657600" cy="5410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95400"/>
            <a:ext cx="3200400" cy="419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86690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9431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194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8956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3909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4671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96240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386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066800"/>
            <a:ext cx="3657600" cy="5410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1295400"/>
            <a:ext cx="3200400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1333500"/>
            <a:ext cx="257175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0" y="2476500"/>
            <a:ext cx="1905000" cy="1905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5181600"/>
            <a:ext cx="320040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066800"/>
            <a:ext cx="3657600" cy="5410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295400"/>
            <a:ext cx="3200400" cy="419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1333500"/>
            <a:ext cx="2286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0" y="1866900"/>
            <a:ext cx="3200400" cy="800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34400" y="20574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0" y="2895600"/>
            <a:ext cx="3200400" cy="990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34400" y="30861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0" y="4114800"/>
            <a:ext cx="3200400" cy="800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34400" y="4305300"/>
            <a:ext cx="1143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Unit Test 및 코드 검증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952500" y="12954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테스트 목적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1028700" y="186690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동작 검증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1028700" y="2095500"/>
            <a:ext cx="2781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generate_depth_map() 및 create_3d_point_cloud() 함수의 정상 동작 확인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1028700" y="28194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검증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1028700" y="30480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이미지 부재 시 예외 처리 로직 검증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1028700" y="33909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검증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1028700" y="3619500"/>
            <a:ext cx="2160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이미지의 크기 및 타입 검증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1028700" y="396240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확인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1028700" y="4191000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입력 조건에 대한 코드 안정성 검증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867275" y="12954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테스트 결과</a:t>
            </a:r>
            <a:endParaRPr lang="en-US" sz="1800" dirty="0"/>
          </a:p>
        </p:txBody>
      </p:sp>
      <p:sp>
        <p:nvSpPr>
          <p:cNvPr id="39" name="Text 11"/>
          <p:cNvSpPr/>
          <p:nvPr/>
        </p:nvSpPr>
        <p:spPr>
          <a:xfrm>
            <a:off x="5455920" y="4495800"/>
            <a:ext cx="12801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10</a:t>
            </a:r>
            <a:endParaRPr lang="en-US" sz="2250" dirty="0"/>
          </a:p>
        </p:txBody>
      </p:sp>
      <p:sp>
        <p:nvSpPr>
          <p:cNvPr id="40" name="Text 12"/>
          <p:cNvSpPr/>
          <p:nvPr/>
        </p:nvSpPr>
        <p:spPr>
          <a:xfrm>
            <a:off x="5455920" y="483870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케이스 통과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4312920" y="5295900"/>
            <a:ext cx="3566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프레임워크: Python's unittest 모듈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8724900" y="12954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43" name="Text 15"/>
          <p:cNvSpPr/>
          <p:nvPr/>
        </p:nvSpPr>
        <p:spPr>
          <a:xfrm>
            <a:off x="8763000" y="2019300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식별된 문제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8534400" y="2324100"/>
            <a:ext cx="3474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float64에서 float32로의 데이터 타입 일관성 문제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8763000" y="3048000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적용한 해결책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8534400" y="3352800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타입을 일관되게 float32로 유지하여 정밀도 유지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8724900" y="42672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8534400" y="4572000"/>
            <a:ext cx="3474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테스트 케이스를 성공적으로 통과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와이드스크린</PresentationFormat>
  <Paragraphs>71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태웅 허</cp:lastModifiedBy>
  <cp:revision>2</cp:revision>
  <dcterms:created xsi:type="dcterms:W3CDTF">2025-10-18T14:58:03Z</dcterms:created>
  <dcterms:modified xsi:type="dcterms:W3CDTF">2025-10-18T14:59:33Z</dcterms:modified>
</cp:coreProperties>
</file>